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3" r:id="rId4"/>
    <p:sldId id="258" r:id="rId5"/>
    <p:sldId id="259" r:id="rId6"/>
    <p:sldId id="264" r:id="rId7"/>
    <p:sldId id="260" r:id="rId8"/>
    <p:sldId id="261" r:id="rId9"/>
    <p:sldId id="262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TravClan Hotel Booking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Business Analyst Internship Assignment</a:t>
            </a:r>
          </a:p>
          <a:p>
            <a:r>
              <a:t>Prepared By: Surbhi Jain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30K bookings generated ₹752.42M revenue and ₹209M profit.</a:t>
            </a:r>
          </a:p>
          <a:p>
            <a:r>
              <a:t>Overall cancellation rate: 20.23%.</a:t>
            </a:r>
          </a:p>
          <a:p>
            <a:r>
              <a:t>Average stay length: 4 days.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D18C1-61A3-3A5A-A211-E355E2DCE3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957B82B-1557-662A-4DFA-81EB0BC84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66" y="194733"/>
            <a:ext cx="8703733" cy="647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00038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Observations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Web channel generated the highest revenue.</a:t>
            </a:r>
          </a:p>
          <a:p>
            <a:pPr marL="0" indent="0">
              <a:buNone/>
            </a:pPr>
            <a:r>
              <a:rPr dirty="0"/>
              <a:t>• Travel Agent channel had the highest cancellation rate.</a:t>
            </a:r>
          </a:p>
          <a:p>
            <a:pPr marL="0" indent="0">
              <a:buNone/>
            </a:pPr>
            <a:r>
              <a:rPr dirty="0"/>
              <a:t>• Standard rooms drove the highest booking volume.</a:t>
            </a:r>
          </a:p>
          <a:p>
            <a:pPr marL="0" indent="0">
              <a:buNone/>
            </a:pPr>
            <a:r>
              <a:rPr dirty="0"/>
              <a:t>• 4-star hotels generated the highest revenue.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Cancellation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Overall cancellation rate: 20.23%.</a:t>
            </a:r>
          </a:p>
          <a:p>
            <a:pPr marL="0" indent="0">
              <a:buNone/>
            </a:pPr>
            <a:r>
              <a:rPr dirty="0"/>
              <a:t>• Travel Agent bookings were most prone to cancellation.</a:t>
            </a:r>
          </a:p>
          <a:p>
            <a:pPr marL="0" indent="0">
              <a:buNone/>
            </a:pPr>
            <a:r>
              <a:rPr dirty="0"/>
              <a:t>• Standard rooms recorded the highest cancellation volume.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0A60F-1873-7F9C-29DD-100D592C0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810AFCC-EFFB-7CEC-C1CB-4786F5CC47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770" y="208346"/>
            <a:ext cx="8762035" cy="64213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3400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Root Cause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Price-sensitive customers are more likely to cancel.</a:t>
            </a:r>
          </a:p>
          <a:p>
            <a:r>
              <a:t>• Seasonal demand impacts revenue patterns.</a:t>
            </a:r>
          </a:p>
          <a:p>
            <a:r>
              <a:t>• Mid-premium hotels attract the strongest demand.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Promote direct website bookings.</a:t>
            </a:r>
          </a:p>
          <a:p>
            <a:r>
              <a:t>• Offer prepaid/non-refundable plans.</a:t>
            </a:r>
          </a:p>
          <a:p>
            <a:r>
              <a:t>• Upsell premium room categories.</a:t>
            </a:r>
          </a:p>
          <a:p>
            <a:r>
              <a:t>• Implement dynamic pricing.</a:t>
            </a:r>
          </a:p>
          <a:p>
            <a:r>
              <a:t>• Launch loyalty programs.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Reducing cancellations and increasing direct bookings can improve profitability and customer retention.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176</Words>
  <Application>Microsoft Office PowerPoint</Application>
  <PresentationFormat>On-screen Show (4:3)</PresentationFormat>
  <Paragraphs>28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TravClan Hotel Booking Analysis</vt:lpstr>
      <vt:lpstr>Executive Summary</vt:lpstr>
      <vt:lpstr>PowerPoint Presentation</vt:lpstr>
      <vt:lpstr>Key Observations</vt:lpstr>
      <vt:lpstr>Cancellation Analysis</vt:lpstr>
      <vt:lpstr>PowerPoint Presentation</vt:lpstr>
      <vt:lpstr>Root Cause Analysis</vt:lpstr>
      <vt:lpstr>Business Recommendations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Surbhi Jain</cp:lastModifiedBy>
  <cp:revision>2</cp:revision>
  <dcterms:created xsi:type="dcterms:W3CDTF">2013-01-27T09:14:16Z</dcterms:created>
  <dcterms:modified xsi:type="dcterms:W3CDTF">2026-06-14T09:27:55Z</dcterms:modified>
  <cp:category/>
</cp:coreProperties>
</file>